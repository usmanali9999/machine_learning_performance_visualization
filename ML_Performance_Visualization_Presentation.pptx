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DD3C6-B5B7-4D09-ADA8-DBFEA23E342D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4E0FC-9B19-406A-86D9-93CDBC81F5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7751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DD3C6-B5B7-4D09-ADA8-DBFEA23E342D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4E0FC-9B19-406A-86D9-93CDBC81F5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4150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DD3C6-B5B7-4D09-ADA8-DBFEA23E342D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4E0FC-9B19-406A-86D9-93CDBC81F5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3001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DD3C6-B5B7-4D09-ADA8-DBFEA23E342D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4E0FC-9B19-406A-86D9-93CDBC81F5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0053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DD3C6-B5B7-4D09-ADA8-DBFEA23E342D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4E0FC-9B19-406A-86D9-93CDBC81F5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1073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DD3C6-B5B7-4D09-ADA8-DBFEA23E342D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4E0FC-9B19-406A-86D9-93CDBC81F5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3273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DD3C6-B5B7-4D09-ADA8-DBFEA23E342D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4E0FC-9B19-406A-86D9-93CDBC81F5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154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DD3C6-B5B7-4D09-ADA8-DBFEA23E342D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4E0FC-9B19-406A-86D9-93CDBC81F5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6175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DD3C6-B5B7-4D09-ADA8-DBFEA23E342D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4E0FC-9B19-406A-86D9-93CDBC81F5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5962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DD3C6-B5B7-4D09-ADA8-DBFEA23E342D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4E0FC-9B19-406A-86D9-93CDBC81F5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8700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DD3C6-B5B7-4D09-ADA8-DBFEA23E342D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4E0FC-9B19-406A-86D9-93CDBC81F5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3799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BDD3C6-B5B7-4D09-ADA8-DBFEA23E342D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84E0FC-9B19-406A-86D9-93CDBC81F5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2837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862590"/>
            <a:ext cx="9144000" cy="2387600"/>
          </a:xfrm>
        </p:spPr>
        <p:txBody>
          <a:bodyPr>
            <a:normAutofit/>
          </a:bodyPr>
          <a:lstStyle/>
          <a:p>
            <a:r>
              <a:rPr lang="en-GB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Performance Visualization</a:t>
            </a:r>
            <a:endParaRPr lang="en-GB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19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SkilledScore</a:t>
            </a:r>
            <a:r>
              <a:rPr lang="en-GB" sz="1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Data Visualization Internship — Task 5</a:t>
            </a:r>
            <a:endParaRPr lang="en-GB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Usman Ali</a:t>
            </a:r>
            <a:br>
              <a:rPr lang="en-GB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Supervisor: </a:t>
            </a:r>
            <a:r>
              <a:rPr lang="en-GB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GB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Zeeshan</a:t>
            </a:r>
            <a:r>
              <a:rPr lang="en-GB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Usmani</a:t>
            </a:r>
            <a:endParaRPr lang="en-GB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evaluation of five classification models across ten synthetic classification scenarios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47055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10598"/>
            <a:ext cx="10515600" cy="1325563"/>
          </a:xfrm>
        </p:spPr>
        <p:txBody>
          <a:bodyPr>
            <a:normAutofit/>
          </a:bodyPr>
          <a:lstStyle/>
          <a:p>
            <a:r>
              <a:rPr lang="en-GB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 &amp; Experimental Design</a:t>
            </a:r>
            <a:endParaRPr lang="en-GB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964044"/>
            <a:ext cx="9785499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ML model performance can change significantly under class imbalance, label noise, feature complexity,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class overlap.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Design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10 synthetic binary classification scenarios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2,000 observations per task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5 classification algorithms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75/25 stratified train-test split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50 total model–task evaluations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Metrics: Accuracy, Precision, Recall, F1 Score &amp; ROC-AUC</a:t>
            </a:r>
          </a:p>
        </p:txBody>
      </p:sp>
    </p:spTree>
    <p:extLst>
      <p:ext uri="{BB962C8B-B14F-4D97-AF65-F5344CB8AC3E}">
        <p14:creationId xmlns:p14="http://schemas.microsoft.com/office/powerpoint/2010/main" val="3375015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Performance Dashboard</a:t>
            </a:r>
            <a:endParaRPr lang="en-GB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65952"/>
            <a:ext cx="10058400" cy="4445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378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 Performance Findings</a:t>
            </a:r>
            <a:endParaRPr lang="en-GB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— Strongest Overall Model</a:t>
            </a: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Average F1 Score: </a:t>
            </a:r>
            <a:r>
              <a:rPr lang="en-GB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0.922</a:t>
            </a: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Average ROC-AUC: </a:t>
            </a:r>
            <a:r>
              <a:rPr lang="en-GB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0.964</a:t>
            </a: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Best-performing model in </a:t>
            </a:r>
            <a:r>
              <a:rPr lang="en-GB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 of 10 tasks</a:t>
            </a:r>
            <a:endParaRPr lang="en-GB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K-Nearest </a:t>
            </a:r>
            <a:r>
              <a:rPr lang="en-GB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Neighbors</a:t>
            </a:r>
            <a:r>
              <a:rPr lang="en-GB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— Strongest Alternative</a:t>
            </a: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Average F1 Score: </a:t>
            </a:r>
            <a:r>
              <a:rPr lang="en-GB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0.908</a:t>
            </a: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Best-performing model in </a:t>
            </a:r>
            <a:r>
              <a:rPr lang="en-GB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 of 10 tasks</a:t>
            </a:r>
            <a:endParaRPr lang="en-GB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Most Challenging Scenario — Task_10</a:t>
            </a: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Average F1 Score: </a:t>
            </a:r>
            <a:r>
              <a:rPr lang="en-GB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0.657</a:t>
            </a: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Average ROC-AUC: </a:t>
            </a:r>
            <a:r>
              <a:rPr lang="en-GB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0.803</a:t>
            </a: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Combined class overlap, label noise, imbalance and feature complexity</a:t>
            </a:r>
          </a:p>
          <a:p>
            <a:pPr marL="0" indent="0">
              <a:buNone/>
            </a:pP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1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Takeaway:</a:t>
            </a:r>
            <a:r>
              <a:rPr lang="en-GB" sz="1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Ensemble methods provided the strongest overall robustness, while model performance declined substantially under combined synthetic data challenges.</a:t>
            </a:r>
            <a:endParaRPr lang="en-GB" sz="1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898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&amp; Project Impact</a:t>
            </a:r>
            <a:endParaRPr lang="en-GB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Next Steps</a:t>
            </a:r>
            <a:endParaRPr lang="en-GB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Optimize model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hyperparameters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systematic tuning</a:t>
            </a:r>
            <a:b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Apply class weighting or resampling for imbalanced scenarios</a:t>
            </a:r>
            <a:b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Tune classification thresholds to balance Precision and Recall</a:t>
            </a:r>
            <a:b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Evaluate feature selection or dimensionality reduction</a:t>
            </a:r>
            <a:b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Validate performance on real-world datasets before deployment</a:t>
            </a:r>
          </a:p>
          <a:p>
            <a:pPr marL="0" indent="0">
              <a:buNone/>
            </a:pPr>
            <a:r>
              <a:rPr lang="en-GB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Impact</a:t>
            </a:r>
            <a:endParaRPr lang="en-GB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Built an interactive ML performance evaluation framework covering </a:t>
            </a:r>
            <a:r>
              <a:rPr lang="en-GB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 controlled model–task experiments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translating confusion matrices, ROC/AUC analysis, and classification metrics into </a:t>
            </a:r>
            <a:r>
              <a:rPr lang="en-GB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decision-ready performance insights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GB" dirty="0" smtClean="0"/>
          </a:p>
          <a:p>
            <a:pPr marL="0" indent="0" algn="just">
              <a:buNone/>
            </a:pPr>
            <a:r>
              <a:rPr lang="en-GB" dirty="0"/>
              <a:t> </a:t>
            </a:r>
            <a:r>
              <a:rPr lang="en-GB" dirty="0" smtClean="0"/>
              <a:t>                                   </a:t>
            </a:r>
            <a:r>
              <a:rPr lang="en-GB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 • </a:t>
            </a:r>
            <a:r>
              <a:rPr lang="en-GB" sz="16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Scikit</a:t>
            </a:r>
            <a:r>
              <a:rPr lang="en-GB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-learn • </a:t>
            </a:r>
            <a:r>
              <a:rPr lang="en-GB" sz="16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r>
              <a:rPr lang="en-GB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• Dash</a:t>
            </a:r>
            <a:endParaRPr lang="en-GB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8545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46</Words>
  <Application>Microsoft Office PowerPoint</Application>
  <PresentationFormat>Widescreen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Machine Learning Performance Visualization</vt:lpstr>
      <vt:lpstr>Business Problem &amp; Experimental Design</vt:lpstr>
      <vt:lpstr>Interactive Performance Dashboard</vt:lpstr>
      <vt:lpstr>Key Performance Findings</vt:lpstr>
      <vt:lpstr>Recommendations &amp; Project Impact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Performance Visualization</dc:title>
  <dc:creator>Windows User</dc:creator>
  <cp:lastModifiedBy>Windows User</cp:lastModifiedBy>
  <cp:revision>4</cp:revision>
  <dcterms:created xsi:type="dcterms:W3CDTF">2026-10-04T16:41:37Z</dcterms:created>
  <dcterms:modified xsi:type="dcterms:W3CDTF">2026-10-04T17:01:35Z</dcterms:modified>
</cp:coreProperties>
</file>